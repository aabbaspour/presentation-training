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5/15/2019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5/15/2019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5/15/2019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5/15/2019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5/15/2019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5/15/2019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5/15/2019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5/15/2019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5/15/2019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6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074" y="350738"/>
            <a:ext cx="11547566" cy="69429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Narrow" panose="020B0606020202030204" pitchFamily="34" charset="0"/>
                <a:cs typeface="B Nazanin" panose="00000400000000000000" pitchFamily="2" charset="-78"/>
              </a:rPr>
              <a:t>The OAuth process, at a high level</a:t>
            </a:r>
            <a:endParaRPr lang="en-US" dirty="0">
              <a:latin typeface="Arial Narrow" panose="020B0606020202030204" pitchFamily="34" charset="0"/>
              <a:cs typeface="B Nazanin" panose="00000400000000000000" pitchFamily="2" charset="-7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212" y="1343977"/>
            <a:ext cx="7267575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744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</TotalTime>
  <Words>8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Narrow</vt:lpstr>
      <vt:lpstr>B Nazanin</vt:lpstr>
      <vt:lpstr>Gill Sans MT</vt:lpstr>
      <vt:lpstr>Parcel</vt:lpstr>
      <vt:lpstr>PowerPoint Presentation</vt:lpstr>
      <vt:lpstr>The OAuth process, at a high level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Abbaspour</dc:creator>
  <cp:lastModifiedBy>Abbaspour</cp:lastModifiedBy>
  <cp:revision>1</cp:revision>
  <dcterms:created xsi:type="dcterms:W3CDTF">2019-05-15T10:07:29Z</dcterms:created>
  <dcterms:modified xsi:type="dcterms:W3CDTF">2019-05-15T10:11:20Z</dcterms:modified>
</cp:coreProperties>
</file>