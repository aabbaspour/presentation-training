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FC165-FAFC-40F9-BBD6-D0AF5A378E90}" type="datetimeFigureOut">
              <a:rPr lang="en-US" smtClean="0"/>
              <a:t>2/10/2017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E8FB2-52FE-4252-9691-00DA4987B48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FC165-FAFC-40F9-BBD6-D0AF5A378E90}" type="datetimeFigureOut">
              <a:rPr lang="en-US" smtClean="0"/>
              <a:t>2/10/2017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E8FB2-52FE-4252-9691-00DA4987B48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FC165-FAFC-40F9-BBD6-D0AF5A378E90}" type="datetimeFigureOut">
              <a:rPr lang="en-US" smtClean="0"/>
              <a:t>2/10/2017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E8FB2-52FE-4252-9691-00DA4987B48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FC165-FAFC-40F9-BBD6-D0AF5A378E90}" type="datetimeFigureOut">
              <a:rPr lang="en-US" smtClean="0"/>
              <a:t>2/10/2017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E8FB2-52FE-4252-9691-00DA4987B48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FC165-FAFC-40F9-BBD6-D0AF5A378E90}" type="datetimeFigureOut">
              <a:rPr lang="en-US" smtClean="0"/>
              <a:t>2/10/2017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E8FB2-52FE-4252-9691-00DA4987B48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FC165-FAFC-40F9-BBD6-D0AF5A378E90}" type="datetimeFigureOut">
              <a:rPr lang="en-US" smtClean="0"/>
              <a:t>2/10/2017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E8FB2-52FE-4252-9691-00DA4987B48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FC165-FAFC-40F9-BBD6-D0AF5A378E90}" type="datetimeFigureOut">
              <a:rPr lang="en-US" smtClean="0"/>
              <a:t>2/10/2017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E8FB2-52FE-4252-9691-00DA4987B48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FC165-FAFC-40F9-BBD6-D0AF5A378E90}" type="datetimeFigureOut">
              <a:rPr lang="en-US" smtClean="0"/>
              <a:t>2/10/2017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E8FB2-52FE-4252-9691-00DA4987B48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FC165-FAFC-40F9-BBD6-D0AF5A378E90}" type="datetimeFigureOut">
              <a:rPr lang="en-US" smtClean="0"/>
              <a:t>2/10/2017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E8FB2-52FE-4252-9691-00DA4987B48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FC165-FAFC-40F9-BBD6-D0AF5A378E90}" type="datetimeFigureOut">
              <a:rPr lang="en-US" smtClean="0"/>
              <a:t>2/10/2017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E8FB2-52FE-4252-9691-00DA4987B48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FC165-FAFC-40F9-BBD6-D0AF5A378E90}" type="datetimeFigureOut">
              <a:rPr lang="en-US" smtClean="0"/>
              <a:t>2/10/2017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E8FB2-52FE-4252-9691-00DA4987B48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BFC165-FAFC-40F9-BBD6-D0AF5A378E90}" type="datetimeFigureOut">
              <a:rPr lang="en-US" smtClean="0"/>
              <a:t>2/10/2017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E8FB2-52FE-4252-9691-00DA4987B48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ASUS\Desktop\Screen_Shot_2015-06-16_at_9.29.38_AM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066800"/>
            <a:ext cx="9144000" cy="413303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ASUS\Desktop\Screen_Shot_2014-08-19_at_9.19.10_PM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1600200"/>
            <a:ext cx="8763000" cy="3712325"/>
          </a:xfrm>
          <a:prstGeom prst="rect">
            <a:avLst/>
          </a:prstGeom>
          <a:noFill/>
        </p:spPr>
      </p:pic>
      <p:sp>
        <p:nvSpPr>
          <p:cNvPr id="3" name="Rectangle 2"/>
          <p:cNvSpPr/>
          <p:nvPr/>
        </p:nvSpPr>
        <p:spPr>
          <a:xfrm>
            <a:off x="228600" y="228600"/>
            <a:ext cx="6019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Human figures are used to represent sport categories.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867400" y="381000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http://</a:t>
            </a:r>
            <a:r>
              <a:rPr lang="en-US" dirty="0" err="1" smtClean="0"/>
              <a:t>zurb.com</a:t>
            </a:r>
            <a:r>
              <a:rPr lang="en-US" dirty="0" smtClean="0"/>
              <a:t>/triggers/visual-metaphor/process-from-quirky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12</Words>
  <Application>Microsoft Office PowerPoint</Application>
  <PresentationFormat>On-screen Show (4:3)</PresentationFormat>
  <Paragraphs>2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ASUS</dc:creator>
  <cp:lastModifiedBy>ASUS</cp:lastModifiedBy>
  <cp:revision>1</cp:revision>
  <dcterms:created xsi:type="dcterms:W3CDTF">2017-02-10T14:54:10Z</dcterms:created>
  <dcterms:modified xsi:type="dcterms:W3CDTF">2017-02-10T15:02:29Z</dcterms:modified>
</cp:coreProperties>
</file>