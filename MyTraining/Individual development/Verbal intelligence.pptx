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1993E78-448C-4EE6-BF30-E35EE7784B3F}">
          <p14:sldIdLst>
            <p14:sldId id="256"/>
            <p14:sldId id="258"/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a-IR" sz="13800" b="1" dirty="0">
                <a:solidFill>
                  <a:schemeClr val="bg2">
                    <a:lumMod val="50000"/>
                  </a:schemeClr>
                </a:solidFill>
                <a:cs typeface="B Nazanin" panose="00000400000000000000" pitchFamily="2" charset="-78"/>
              </a:rPr>
              <a:t>هوش </a:t>
            </a:r>
            <a:r>
              <a:rPr lang="fa-IR" sz="13800" b="1" dirty="0" smtClean="0">
                <a:solidFill>
                  <a:schemeClr val="bg2">
                    <a:lumMod val="50000"/>
                  </a:schemeClr>
                </a:solidFill>
                <a:cs typeface="B Nazanin" panose="00000400000000000000" pitchFamily="2" charset="-78"/>
              </a:rPr>
              <a:t>کلامی</a:t>
            </a:r>
            <a:endParaRPr lang="en-US" sz="13800" dirty="0">
              <a:solidFill>
                <a:schemeClr val="bg2">
                  <a:lumMod val="50000"/>
                </a:schemeClr>
              </a:solidFill>
              <a:cs typeface="B Nazanin" panose="00000400000000000000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a-IR" sz="3600" dirty="0" smtClean="0">
                <a:cs typeface="B Nazanin" panose="00000400000000000000" pitchFamily="2" charset="-78"/>
              </a:rPr>
              <a:t>پرورش تسلط کلامی – ظرافت های کلامی و ... </a:t>
            </a:r>
            <a:endParaRPr lang="en-US" sz="36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92595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436914" y="1005840"/>
            <a:ext cx="935300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966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9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436914" y="1005840"/>
            <a:ext cx="935300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14024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9</TotalTime>
  <Words>11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B Nazanin</vt:lpstr>
      <vt:lpstr>Tw Cen MT</vt:lpstr>
      <vt:lpstr>Droplet</vt:lpstr>
      <vt:lpstr>هوش کلامی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هوش کلامی</dc:title>
  <dc:creator>afshin_abbaspour</dc:creator>
  <cp:lastModifiedBy>afshin_abbaspour</cp:lastModifiedBy>
  <cp:revision>2</cp:revision>
  <dcterms:created xsi:type="dcterms:W3CDTF">2019-04-05T22:27:07Z</dcterms:created>
  <dcterms:modified xsi:type="dcterms:W3CDTF">2019-04-05T22:36:10Z</dcterms:modified>
</cp:coreProperties>
</file>