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1" r:id="rId3"/>
    <p:sldId id="299" r:id="rId4"/>
    <p:sldId id="292" r:id="rId5"/>
    <p:sldId id="288" r:id="rId6"/>
    <p:sldId id="279" r:id="rId7"/>
    <p:sldId id="286" r:id="rId8"/>
    <p:sldId id="285" r:id="rId9"/>
    <p:sldId id="295" r:id="rId10"/>
    <p:sldId id="287" r:id="rId11"/>
    <p:sldId id="281" r:id="rId12"/>
    <p:sldId id="289" r:id="rId13"/>
    <p:sldId id="294" r:id="rId14"/>
    <p:sldId id="297" r:id="rId15"/>
    <p:sldId id="298" r:id="rId16"/>
    <p:sldId id="293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15B26"/>
    <a:srgbClr val="5DCADF"/>
    <a:srgbClr val="FCFCFC"/>
    <a:srgbClr val="FBFBFB"/>
    <a:srgbClr val="EF9618"/>
    <a:srgbClr val="211810"/>
    <a:srgbClr val="B565D6"/>
    <a:srgbClr val="08A64A"/>
    <a:srgbClr val="187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6" y="1948404"/>
            <a:ext cx="6815669" cy="2301624"/>
          </a:xfrm>
        </p:spPr>
        <p:txBody>
          <a:bodyPr/>
          <a:lstStyle/>
          <a:p>
            <a:r>
              <a:rPr lang="en-US" sz="4800" dirty="0" smtClean="0">
                <a:solidFill>
                  <a:srgbClr val="002060"/>
                </a:solidFill>
              </a:rPr>
              <a:t>Programming</a:t>
            </a:r>
            <a:br>
              <a:rPr lang="en-US" sz="4800" dirty="0" smtClean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&amp;</a:t>
            </a:r>
            <a:r>
              <a:rPr lang="en-US" sz="4800" dirty="0" smtClean="0">
                <a:solidFill>
                  <a:srgbClr val="002060"/>
                </a:solidFill>
              </a:rPr>
              <a:t/>
            </a:r>
            <a:br>
              <a:rPr lang="en-US" sz="4800" dirty="0" smtClean="0">
                <a:solidFill>
                  <a:srgbClr val="002060"/>
                </a:solidFill>
              </a:rPr>
            </a:br>
            <a:r>
              <a:rPr lang="en-US" sz="4800" dirty="0" smtClean="0">
                <a:solidFill>
                  <a:srgbClr val="002060"/>
                </a:solidFill>
              </a:rPr>
              <a:t>Web Development 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7" y="4571997"/>
            <a:ext cx="6815669" cy="656826"/>
          </a:xfrm>
        </p:spPr>
        <p:txBody>
          <a:bodyPr/>
          <a:lstStyle/>
          <a:p>
            <a:r>
              <a:rPr lang="en-US" dirty="0" smtClean="0"/>
              <a:t>Concepts and tools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1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1166812"/>
            <a:ext cx="71532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1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219721" y="942774"/>
            <a:ext cx="279471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C# Programmer </a:t>
            </a:r>
            <a:endParaRPr lang="en-US" sz="20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12806" y="612739"/>
            <a:ext cx="388726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Asp.net Web Developer 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12807" y="1063288"/>
            <a:ext cx="464927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Xamarin</a:t>
            </a:r>
            <a:r>
              <a:rPr lang="en-US" sz="2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Mobile Developer 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12806" y="1539806"/>
            <a:ext cx="388726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Web Service Developer 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19720" y="1520315"/>
            <a:ext cx="279471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 err="1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VB.Net</a:t>
            </a:r>
            <a:r>
              <a:rPr lang="en-US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Programmer </a:t>
            </a:r>
            <a:endParaRPr lang="en-US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19719" y="2030827"/>
            <a:ext cx="279471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J# Programmer </a:t>
            </a:r>
            <a:endParaRPr lang="en-US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12806" y="2006264"/>
            <a:ext cx="511075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Windows Application Developer 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12804" y="2505513"/>
            <a:ext cx="509787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Windows Service Developer 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2996" y="1378983"/>
            <a:ext cx="283550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.</a:t>
            </a:r>
            <a:r>
              <a:rPr lang="en-US" sz="40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Net</a:t>
            </a:r>
            <a:r>
              <a:rPr 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</a:t>
            </a:r>
            <a:r>
              <a:rPr 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1786" y="3379338"/>
            <a:ext cx="25135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Java </a:t>
            </a:r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 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1786" y="4920675"/>
            <a:ext cx="322187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NodeJs</a:t>
            </a:r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Developer </a:t>
            </a:r>
            <a:endParaRPr lang="en-US" sz="2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0423" y="4345791"/>
            <a:ext cx="260153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Python Developer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88772" y="3648854"/>
            <a:ext cx="32240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Web Developer </a:t>
            </a:r>
            <a:endParaRPr lang="en-US" sz="2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75893" y="3198725"/>
            <a:ext cx="412339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Desktop App Developer </a:t>
            </a:r>
            <a:endParaRPr lang="en-US" sz="2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1786" y="5509427"/>
            <a:ext cx="26015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PHP </a:t>
            </a:r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 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12896" y="4360614"/>
            <a:ext cx="80106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Data </a:t>
            </a:r>
            <a:r>
              <a:rPr lang="en-US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Science Developer  &amp; Web Developer &amp; Other </a:t>
            </a:r>
            <a:endParaRPr lang="en-US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00018" y="4980041"/>
            <a:ext cx="80106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Web Developer &amp; Service Developer &amp; Other </a:t>
            </a:r>
            <a:endParaRPr lang="en-US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65295" y="5599579"/>
            <a:ext cx="20821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Go</a:t>
            </a:r>
            <a:r>
              <a:rPr lang="en-US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Lang Developer </a:t>
            </a:r>
            <a:endParaRPr lang="en-US" sz="1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07617" y="5599579"/>
            <a:ext cx="190607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Scala Developer </a:t>
            </a:r>
            <a:endParaRPr lang="en-US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73911" y="5672147"/>
            <a:ext cx="2337525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FORTRAN </a:t>
            </a:r>
            <a:r>
              <a:rPr lang="en-US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 </a:t>
            </a:r>
          </a:p>
        </p:txBody>
      </p:sp>
    </p:spTree>
    <p:extLst>
      <p:ext uri="{BB962C8B-B14F-4D97-AF65-F5344CB8AC3E}">
        <p14:creationId xmlns:p14="http://schemas.microsoft.com/office/powerpoint/2010/main" val="901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933" y="868582"/>
            <a:ext cx="6496371" cy="517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1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91" y="1326524"/>
            <a:ext cx="10916602" cy="428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5065" y="760927"/>
            <a:ext cx="8839200" cy="5350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453780" y="2663981"/>
            <a:ext cx="34575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279198" y="915573"/>
            <a:ext cx="7767175" cy="4171584"/>
            <a:chOff x="1256737" y="1546638"/>
            <a:chExt cx="7767175" cy="4171584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1275008" y="1546638"/>
              <a:ext cx="0" cy="4144655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1256737" y="1957590"/>
              <a:ext cx="7767175" cy="3760632"/>
              <a:chOff x="1256737" y="1957590"/>
              <a:chExt cx="7767175" cy="3760632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429555" y="1957590"/>
                <a:ext cx="6181859" cy="3561927"/>
                <a:chOff x="1390918" y="1043190"/>
                <a:chExt cx="8113691" cy="4675030"/>
              </a:xfrm>
            </p:grpSpPr>
            <p:sp>
              <p:nvSpPr>
                <p:cNvPr id="3" name="Freeform 2"/>
                <p:cNvSpPr/>
                <p:nvPr/>
              </p:nvSpPr>
              <p:spPr>
                <a:xfrm rot="21397265">
                  <a:off x="1983347" y="1043190"/>
                  <a:ext cx="7521262" cy="3734874"/>
                </a:xfrm>
                <a:custGeom>
                  <a:avLst/>
                  <a:gdLst>
                    <a:gd name="connsiteX0" fmla="*/ 0 w 5808372"/>
                    <a:gd name="connsiteY0" fmla="*/ 3168203 h 3168203"/>
                    <a:gd name="connsiteX1" fmla="*/ 1468191 w 5808372"/>
                    <a:gd name="connsiteY1" fmla="*/ 3013657 h 3168203"/>
                    <a:gd name="connsiteX2" fmla="*/ 2189408 w 5808372"/>
                    <a:gd name="connsiteY2" fmla="*/ 2253803 h 3168203"/>
                    <a:gd name="connsiteX3" fmla="*/ 3193960 w 5808372"/>
                    <a:gd name="connsiteY3" fmla="*/ 1803043 h 3168203"/>
                    <a:gd name="connsiteX4" fmla="*/ 3863662 w 5808372"/>
                    <a:gd name="connsiteY4" fmla="*/ 1133341 h 3168203"/>
                    <a:gd name="connsiteX5" fmla="*/ 5009882 w 5808372"/>
                    <a:gd name="connsiteY5" fmla="*/ 862885 h 3168203"/>
                    <a:gd name="connsiteX6" fmla="*/ 5808372 w 5808372"/>
                    <a:gd name="connsiteY6" fmla="*/ 0 h 3168203"/>
                    <a:gd name="connsiteX7" fmla="*/ 5808372 w 5808372"/>
                    <a:gd name="connsiteY7" fmla="*/ 0 h 3168203"/>
                    <a:gd name="connsiteX8" fmla="*/ 5808372 w 5808372"/>
                    <a:gd name="connsiteY8" fmla="*/ 0 h 3168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808372" h="3168203">
                      <a:moveTo>
                        <a:pt x="0" y="3168203"/>
                      </a:moveTo>
                      <a:cubicBezTo>
                        <a:pt x="551645" y="3167130"/>
                        <a:pt x="1103290" y="3166057"/>
                        <a:pt x="1468191" y="3013657"/>
                      </a:cubicBezTo>
                      <a:cubicBezTo>
                        <a:pt x="1833092" y="2861257"/>
                        <a:pt x="1901780" y="2455572"/>
                        <a:pt x="2189408" y="2253803"/>
                      </a:cubicBezTo>
                      <a:cubicBezTo>
                        <a:pt x="2477036" y="2052034"/>
                        <a:pt x="2914918" y="1989787"/>
                        <a:pt x="3193960" y="1803043"/>
                      </a:cubicBezTo>
                      <a:cubicBezTo>
                        <a:pt x="3473002" y="1616299"/>
                        <a:pt x="3561008" y="1290034"/>
                        <a:pt x="3863662" y="1133341"/>
                      </a:cubicBezTo>
                      <a:cubicBezTo>
                        <a:pt x="4166316" y="976648"/>
                        <a:pt x="4685764" y="1051775"/>
                        <a:pt x="5009882" y="862885"/>
                      </a:cubicBezTo>
                      <a:cubicBezTo>
                        <a:pt x="5334000" y="673995"/>
                        <a:pt x="5808372" y="0"/>
                        <a:pt x="5808372" y="0"/>
                      </a:cubicBezTo>
                      <a:lnTo>
                        <a:pt x="5808372" y="0"/>
                      </a:lnTo>
                      <a:lnTo>
                        <a:pt x="5808372" y="0"/>
                      </a:ln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" name="Straight Connector 7"/>
                <p:cNvCxnSpPr/>
                <p:nvPr/>
              </p:nvCxnSpPr>
              <p:spPr>
                <a:xfrm flipV="1">
                  <a:off x="1390918" y="4983587"/>
                  <a:ext cx="709031" cy="734633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2" name="Straight Arrow Connector 11"/>
              <p:cNvCxnSpPr/>
              <p:nvPr/>
            </p:nvCxnSpPr>
            <p:spPr>
              <a:xfrm flipV="1">
                <a:off x="1256737" y="5718220"/>
                <a:ext cx="7767175" cy="2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" name="Straight Arrow Connector 21"/>
          <p:cNvCxnSpPr/>
          <p:nvPr/>
        </p:nvCxnSpPr>
        <p:spPr>
          <a:xfrm flipH="1">
            <a:off x="3657392" y="3999381"/>
            <a:ext cx="188" cy="6171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4864243" y="1862878"/>
            <a:ext cx="228" cy="11019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908027" y="1986157"/>
            <a:ext cx="0" cy="1039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46596" y="4588524"/>
            <a:ext cx="84734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Web 2</a:t>
            </a:r>
            <a:endParaRPr lang="en-US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895097" y="3068063"/>
            <a:ext cx="220521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PhoneGap</a:t>
            </a:r>
            <a:endParaRPr lang="en-US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Cordova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React Native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Electron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0549" y="1339658"/>
            <a:ext cx="12273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Sturtup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42125" y="5121691"/>
            <a:ext cx="22413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دوره های زمانی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35" name="Rectangle 34"/>
          <p:cNvSpPr/>
          <p:nvPr/>
        </p:nvSpPr>
        <p:spPr>
          <a:xfrm rot="16200000">
            <a:off x="-1147080" y="2807226"/>
            <a:ext cx="408637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میزان نیاز به توسعه دهنده وب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25445" y="2203070"/>
            <a:ext cx="37865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fa-IR" sz="3200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نمودار رشد</a:t>
            </a:r>
          </a:p>
          <a:p>
            <a:pPr algn="ctr" rtl="1"/>
            <a:r>
              <a:rPr lang="fa-IR" sz="3200" b="1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فرصت های </a:t>
            </a:r>
          </a:p>
          <a:p>
            <a:pPr algn="ctr" rtl="1"/>
            <a:r>
              <a:rPr lang="en-US" sz="3200" b="1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Web Developer </a:t>
            </a:r>
            <a:r>
              <a:rPr lang="fa-IR" sz="3200" b="1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ها</a:t>
            </a:r>
            <a:endParaRPr lang="en-US" sz="32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908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37459" y="2619606"/>
            <a:ext cx="21397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Startup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67051" y="3161765"/>
            <a:ext cx="1988358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29484" y="3424920"/>
            <a:ext cx="237831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رونق فضای کسب و کار 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4948276" y="785611"/>
            <a:ext cx="435093" cy="5138671"/>
          </a:xfrm>
          <a:prstGeom prst="leftBrace">
            <a:avLst>
              <a:gd name="adj1" fmla="val 8333"/>
              <a:gd name="adj2" fmla="val 46491"/>
            </a:avLst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38293" y="837337"/>
            <a:ext cx="23783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حمل و نقل </a:t>
            </a:r>
            <a:endParaRPr lang="en-US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60412" y="1462438"/>
            <a:ext cx="23783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چاپ 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80338" y="2002025"/>
            <a:ext cx="237831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صنایع غذایی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93217" y="2485622"/>
            <a:ext cx="237831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محصولات کارخانه ای 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91785" y="2565810"/>
            <a:ext cx="3090929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IT</a:t>
            </a:r>
            <a:endParaRPr 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65822" y="4561821"/>
            <a:ext cx="2378312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کشاورزی </a:t>
            </a:r>
            <a:endParaRPr lang="en-US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37455" y="4913961"/>
            <a:ext cx="237831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خدمات 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65822" y="5251694"/>
            <a:ext cx="23783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…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19" name="Left Brace 18"/>
          <p:cNvSpPr/>
          <p:nvPr/>
        </p:nvSpPr>
        <p:spPr>
          <a:xfrm>
            <a:off x="7771948" y="785616"/>
            <a:ext cx="435093" cy="5138671"/>
          </a:xfrm>
          <a:prstGeom prst="leftBrace">
            <a:avLst>
              <a:gd name="adj1" fmla="val 8333"/>
              <a:gd name="adj2" fmla="val 59023"/>
            </a:avLst>
          </a:prstGeom>
          <a:ln w="57150">
            <a:solidFill>
              <a:srgbClr val="0070C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145257" y="942039"/>
            <a:ext cx="237831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مدیر فناوری اطلاعات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45257" y="1318519"/>
            <a:ext cx="23783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مهندس علوم داده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89494" y="2495251"/>
            <a:ext cx="371740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Web</a:t>
            </a:r>
            <a:r>
              <a:rPr lang="fa-IR" sz="7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 </a:t>
            </a:r>
            <a:r>
              <a:rPr 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96802" y="3695580"/>
            <a:ext cx="344572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Back-End </a:t>
            </a:r>
            <a:r>
              <a:rPr lang="en-US" sz="28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25330" y="4325890"/>
            <a:ext cx="34457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Mobile </a:t>
            </a:r>
            <a:r>
              <a:rPr lang="en-US" sz="28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Developer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46451" y="1809856"/>
            <a:ext cx="344572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DB Designer 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43895" y="5296734"/>
            <a:ext cx="23783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…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67982" y="5060678"/>
            <a:ext cx="2123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0 Nazanin" panose="00000400000000000000" pitchFamily="2" charset="-78"/>
              </a:rPr>
              <a:t>طراح رابط کاربری 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0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706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08" y="2015006"/>
            <a:ext cx="9753600" cy="4038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35557" y="5749103"/>
            <a:ext cx="78325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Georgia" panose="02040502050405020303" pitchFamily="18" charset="0"/>
              </a:rPr>
              <a:t>Roadmap to Front-End &amp; Full-Stack Development with </a:t>
            </a:r>
            <a:r>
              <a:rPr lang="en-US" sz="1600" b="1" dirty="0" err="1">
                <a:solidFill>
                  <a:srgbClr val="333333"/>
                </a:solidFill>
                <a:latin typeface="Georgia" panose="02040502050405020303" pitchFamily="18" charset="0"/>
              </a:rPr>
              <a:t>Javascript</a:t>
            </a:r>
            <a:r>
              <a:rPr lang="en-US" sz="1600" b="1" dirty="0">
                <a:solidFill>
                  <a:srgbClr val="333333"/>
                </a:solidFill>
                <a:latin typeface="Georgia" panose="02040502050405020303" pitchFamily="18" charset="0"/>
              </a:rPr>
              <a:t> Stack</a:t>
            </a:r>
            <a:endParaRPr lang="en-US" sz="1600" b="1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7811" y="645844"/>
            <a:ext cx="7155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JavaScript is Important !!!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923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FFB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full stack develop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047" y="2099256"/>
            <a:ext cx="9448501" cy="318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75008" y="817292"/>
            <a:ext cx="58049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Full Stack Developer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636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259428" y="850006"/>
            <a:ext cx="5124718" cy="5124718"/>
            <a:chOff x="3259428" y="850006"/>
            <a:chExt cx="5124718" cy="512471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9428" y="850006"/>
              <a:ext cx="5124718" cy="5124718"/>
            </a:xfrm>
            <a:prstGeom prst="rect">
              <a:avLst/>
            </a:prstGeom>
          </p:spPr>
        </p:pic>
        <p:sp>
          <p:nvSpPr>
            <p:cNvPr id="3" name="Oval 2"/>
            <p:cNvSpPr/>
            <p:nvPr/>
          </p:nvSpPr>
          <p:spPr>
            <a:xfrm>
              <a:off x="7704366" y="2756079"/>
              <a:ext cx="241899" cy="2318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982236" y="2743200"/>
              <a:ext cx="128789" cy="90152"/>
            </a:xfrm>
            <a:prstGeom prst="rect">
              <a:avLst/>
            </a:prstGeom>
            <a:solidFill>
              <a:srgbClr val="F15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750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043" y="772732"/>
            <a:ext cx="7846510" cy="508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34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006555" y="-155090"/>
            <a:ext cx="10363485" cy="6355302"/>
            <a:chOff x="-38637" y="-180849"/>
            <a:chExt cx="10363485" cy="6355302"/>
          </a:xfrm>
        </p:grpSpPr>
        <p:grpSp>
          <p:nvGrpSpPr>
            <p:cNvPr id="5" name="Group 4"/>
            <p:cNvGrpSpPr/>
            <p:nvPr/>
          </p:nvGrpSpPr>
          <p:grpSpPr>
            <a:xfrm>
              <a:off x="-38637" y="-180849"/>
              <a:ext cx="10363485" cy="6093983"/>
              <a:chOff x="-187862" y="-144463"/>
              <a:chExt cx="10363485" cy="6093983"/>
            </a:xfrm>
          </p:grpSpPr>
          <p:pic>
            <p:nvPicPr>
              <p:cNvPr id="7" name="Picture 3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893487" y="4347959"/>
                <a:ext cx="2514600" cy="16015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" name="AutoShape 2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AutoShape 4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AutoShape 6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AutoShape 8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AutoShape 10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AutoShape 12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AutoShape 14" descr="Image result for react native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AutoShape 16" descr="Image result for webpack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16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6306" y="1422639"/>
                <a:ext cx="1905000" cy="1484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7" name="AutoShape 20" descr="Image result for TypeScript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18" name="Picture 21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-187862" y="762000"/>
                <a:ext cx="2433637" cy="6606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9" name="Picture 22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534589" y="2149665"/>
                <a:ext cx="3028950" cy="151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0" name="Picture 23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641543" y="637085"/>
                <a:ext cx="2066925" cy="2209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1" name="Picture 25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 l="25317" r="25738"/>
              <a:stretch>
                <a:fillRect/>
              </a:stretch>
            </p:blipFill>
            <p:spPr bwMode="auto">
              <a:xfrm>
                <a:off x="20752" y="3288943"/>
                <a:ext cx="1525754" cy="1905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2" name="AutoShape 27" descr="Image result for Ionic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23" name="Picture 24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2620314" y="3531224"/>
                <a:ext cx="2857500" cy="1600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4" name="Picture 29"/>
              <p:cNvPicPr>
                <a:picLocks noChangeAspect="1" noChangeArrowheads="1"/>
              </p:cNvPicPr>
              <p:nvPr/>
            </p:nvPicPr>
            <p:blipFill>
              <a:blip r:embed="rId9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3352800" y="685800"/>
                <a:ext cx="1524000" cy="1524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" name="Picture 30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7984873" y="1964329"/>
                <a:ext cx="2190750" cy="2085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6" name="AutoShape 32" descr="Image result for three.js"/>
              <p:cNvSpPr>
                <a:spLocks noChangeAspect="1" noChangeArrowheads="1"/>
              </p:cNvSpPr>
              <p:nvPr/>
            </p:nvSpPr>
            <p:spPr bwMode="auto">
              <a:xfrm>
                <a:off x="155575" y="-144463"/>
                <a:ext cx="304800" cy="30480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1143000" y="5486400"/>
              <a:ext cx="4495800" cy="688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33135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221670" y="0"/>
            <a:ext cx="9310744" cy="6208466"/>
            <a:chOff x="-138169" y="-144463"/>
            <a:chExt cx="9310744" cy="6208466"/>
          </a:xfrm>
        </p:grpSpPr>
        <p:sp>
          <p:nvSpPr>
            <p:cNvPr id="28" name="AutoShape 2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AutoShape 4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AutoShape 6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AutoShape 8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AutoShape 10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AutoShape 12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AutoShape 14" descr="Image result for react native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AutoShape 16" descr="Image result for webpack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6" name="Picture 1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38169" y="930982"/>
              <a:ext cx="2300287" cy="15307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7" name="AutoShape 20" descr="Image result for TypeScript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8" name="Picture 1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-84831" y="2304115"/>
              <a:ext cx="1905000" cy="1484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9" name="Picture 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45551" y="599962"/>
              <a:ext cx="2343150" cy="1952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0" name="AutoShape 3" descr="Image result for foundation css framework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1" name="Picture 4"/>
            <p:cNvPicPr>
              <a:picLocks noChangeAspect="1" noChangeArrowheads="1"/>
            </p:cNvPicPr>
            <p:nvPr/>
          </p:nvPicPr>
          <p:blipFill>
            <a:blip r:embed="rId5"/>
            <a:srcRect r="24364"/>
            <a:stretch>
              <a:fillRect/>
            </a:stretch>
          </p:blipFill>
          <p:spPr bwMode="auto">
            <a:xfrm>
              <a:off x="3886200" y="2614440"/>
              <a:ext cx="3962400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2" name="Picture 5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191250" y="627330"/>
              <a:ext cx="2981325" cy="1533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3" name="Picture 28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307719" y="4427417"/>
              <a:ext cx="4610100" cy="16365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82498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0361" y="2933565"/>
            <a:ext cx="357187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5493" y="736242"/>
            <a:ext cx="33147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8893" y="736242"/>
            <a:ext cx="29527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00193" y="2553773"/>
            <a:ext cx="44862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2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8293" y="4644980"/>
            <a:ext cx="292417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00193" y="4025855"/>
            <a:ext cx="36861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359689" y="3827037"/>
            <a:ext cx="1606577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9393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8537" y="734095"/>
            <a:ext cx="9185169" cy="539852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2130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008" y="2305318"/>
            <a:ext cx="9826581" cy="19318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utoShape 2" descr="Image result for select wa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00" y="728260"/>
            <a:ext cx="7242220" cy="5325578"/>
          </a:xfrm>
          <a:prstGeom prst="rect">
            <a:avLst/>
          </a:prstGeom>
          <a:ln w="28575">
            <a:solidFill>
              <a:schemeClr val="bg2">
                <a:lumMod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47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35335</TotalTime>
  <Words>143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0 Nazanin</vt:lpstr>
      <vt:lpstr>Arial</vt:lpstr>
      <vt:lpstr>Garamond</vt:lpstr>
      <vt:lpstr>Georgia</vt:lpstr>
      <vt:lpstr>Wingdings</vt:lpstr>
      <vt:lpstr>Organic</vt:lpstr>
      <vt:lpstr>Programming &amp; Web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ASUS</cp:lastModifiedBy>
  <cp:revision>138</cp:revision>
  <dcterms:created xsi:type="dcterms:W3CDTF">2018-03-03T07:31:25Z</dcterms:created>
  <dcterms:modified xsi:type="dcterms:W3CDTF">2018-05-10T12:18:13Z</dcterms:modified>
</cp:coreProperties>
</file>